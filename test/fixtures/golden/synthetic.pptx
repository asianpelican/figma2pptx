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4"/>
  </p:sldIdLst>
  <p:sldSz cx="9144000" cy="51435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/>
      </a:lvl1pPr>
    </p:titleStyle>
    <p:bodyStyle>
      <a:lvl1pPr>
        <a:defRPr/>
      </a:lvl1pPr>
    </p:bodyStyle>
    <p:otherStyle>
      <a:lvl1pPr>
        <a:defRPr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L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L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4F1E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Card"/>
          <p:cNvSpPr/>
          <p:nvPr/>
        </p:nvSpPr>
        <p:spPr>
          <a:xfrm>
            <a:off x="390525" y="390525"/>
            <a:ext cx="3790950" cy="1885950"/>
          </a:xfrm>
          <a:custGeom>
            <a:avLst/>
            <a:gdLst/>
            <a:ahLst/>
            <a:cxnLst/>
            <a:rect l="0" t="0" r="r" b="b"/>
            <a:pathLst>
              <a:path w="3790950" h="1885950">
                <a:moveTo>
                  <a:pt x="142875" y="0"/>
                </a:moveTo>
                <a:lnTo>
                  <a:pt x="3648075" y="0"/>
                </a:lnTo>
                <a:cubicBezTo>
                  <a:pt x="3726983" y="0"/>
                  <a:pt x="3790950" y="63967"/>
                  <a:pt x="3790950" y="142875"/>
                </a:cubicBezTo>
                <a:lnTo>
                  <a:pt x="3790950" y="1743075"/>
                </a:lnTo>
                <a:cubicBezTo>
                  <a:pt x="3790950" y="1821983"/>
                  <a:pt x="3726983" y="1885950"/>
                  <a:pt x="3648075" y="1885950"/>
                </a:cubicBezTo>
                <a:lnTo>
                  <a:pt x="142875" y="1885950"/>
                </a:lnTo>
                <a:cubicBezTo>
                  <a:pt x="63967" y="1885950"/>
                  <a:pt x="0" y="1821983"/>
                  <a:pt x="0" y="174307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1E30F9"/>
            </a:solidFill>
            <a:custDash>
              <a:ds d="300000" sp="200000"/>
            </a:custDash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4" name="Ring"/>
          <p:cNvSpPr/>
          <p:nvPr/>
        </p:nvSpPr>
        <p:spPr>
          <a:xfrm>
            <a:off x="7429500" y="476250"/>
            <a:ext cx="1143000" cy="1143000"/>
          </a:xfrm>
          <a:custGeom>
            <a:avLst/>
            <a:gdLst/>
            <a:ahLst/>
            <a:cxnLst/>
            <a:rect l="0" t="0" r="r" b="b"/>
            <a:pathLst>
              <a:path w="1143000" h="1143000">
                <a:moveTo>
                  <a:pt x="0" y="571500"/>
                </a:moveTo>
                <a:cubicBezTo>
                  <a:pt x="0" y="887131"/>
                  <a:pt x="255869" y="1143000"/>
                  <a:pt x="571500" y="1143000"/>
                </a:cubicBezTo>
                <a:cubicBezTo>
                  <a:pt x="887131" y="1143000"/>
                  <a:pt x="1143000" y="887131"/>
                  <a:pt x="1143000" y="571500"/>
                </a:cubicBezTo>
                <a:cubicBezTo>
                  <a:pt x="1143000" y="255869"/>
                  <a:pt x="887131" y="0"/>
                  <a:pt x="571500" y="0"/>
                </a:cubicBezTo>
                <a:cubicBezTo>
                  <a:pt x="255869" y="0"/>
                  <a:pt x="0" y="255869"/>
                  <a:pt x="0" y="571500"/>
                </a:cubicBezTo>
                <a:close/>
                <a:moveTo>
                  <a:pt x="285750" y="571500"/>
                </a:moveTo>
                <a:cubicBezTo>
                  <a:pt x="285750" y="413685"/>
                  <a:pt x="413685" y="285750"/>
                  <a:pt x="571500" y="285750"/>
                </a:cubicBezTo>
                <a:cubicBezTo>
                  <a:pt x="729315" y="285750"/>
                  <a:pt x="857250" y="413685"/>
                  <a:pt x="857250" y="571500"/>
                </a:cubicBezTo>
                <a:cubicBezTo>
                  <a:pt x="857250" y="729315"/>
                  <a:pt x="729315" y="857250"/>
                  <a:pt x="571500" y="857250"/>
                </a:cubicBezTo>
                <a:cubicBezTo>
                  <a:pt x="413685" y="857250"/>
                  <a:pt x="285750" y="729315"/>
                  <a:pt x="285750" y="571500"/>
                </a:cubicBezTo>
                <a:close/>
              </a:path>
            </a:pathLst>
          </a:custGeom>
          <a:solidFill>
            <a:srgbClr val="1E30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ule"/>
          <p:cNvSpPr/>
          <p:nvPr/>
        </p:nvSpPr>
        <p:spPr>
          <a:xfrm>
            <a:off x="381000" y="2476500"/>
            <a:ext cx="3810000" cy="1"/>
          </a:xfrm>
          <a:custGeom>
            <a:avLst/>
            <a:gdLst/>
            <a:ahLst/>
            <a:cxnLst/>
            <a:rect l="0" t="0" r="r" b="b"/>
            <a:pathLst>
              <a:path w="3810000" h="1" fill="none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38100" cap="rnd">
            <a:gradFill rotWithShape="1">
              <a:gsLst>
                <a:gs pos="0">
                  <a:srgbClr val="1E30F9"/>
                </a:gs>
                <a:gs pos="100000">
                  <a:srgbClr val="FF6600"/>
                </a:gs>
              </a:gsLst>
              <a:lin ang="0" scaled="0"/>
            </a:gradFill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6" name="Fade"/>
          <p:cNvSpPr/>
          <p:nvPr/>
        </p:nvSpPr>
        <p:spPr>
          <a:xfrm>
            <a:off x="381000" y="2667000"/>
            <a:ext cx="3810000" cy="571500"/>
          </a:xfrm>
          <a:custGeom>
            <a:avLst/>
            <a:gdLst/>
            <a:ahLst/>
            <a:cxnLst/>
            <a:rect l="0" t="0" r="r" b="b"/>
            <a:pathLst>
              <a:path w="3810000" h="571500">
                <a:moveTo>
                  <a:pt x="0" y="0"/>
                </a:moveTo>
                <a:lnTo>
                  <a:pt x="3810000" y="0"/>
                </a:lnTo>
                <a:lnTo>
                  <a:pt x="3810000" y="571500"/>
                </a:lnTo>
                <a:lnTo>
                  <a:pt x="0" y="571500"/>
                </a:lnTo>
                <a:close/>
              </a:path>
            </a:pathLst>
          </a:custGeom>
          <a:gradFill rotWithShape="1">
            <a:gsLst>
              <a:gs pos="0">
                <a:srgbClr val="1E30F9"/>
              </a:gs>
              <a:gs pos="50000">
                <a:srgbClr val="1E30F9">
                  <a:alpha val="50000"/>
                </a:srgbClr>
              </a:gs>
              <a:gs pos="100000">
                <a:srgbClr val="1E30F9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itle"/>
          <p:cNvSpPr txBox="1"/>
          <p:nvPr/>
        </p:nvSpPr>
        <p:spPr>
          <a:xfrm>
            <a:off x="381000" y="3429000"/>
            <a:ext cx="4191000" cy="9144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spc="-60" kern="100" dirty="0">
                <a:solidFill>
                  <a:srgbClr val="101820"/>
                </a:solidFill>
                <a:latin typeface="Arial"/>
                <a:ea typeface="Arial"/>
                <a:cs typeface="Arial"/>
              </a:rPr>
              <a:t>Figma to PowerPoint, </a:t>
            </a:r>
            <a:br>
              <a:rPr lang="en-US" sz="3000"/>
            </a:br>
            <a:r>
              <a:rPr lang="en-US" sz="3000" b="0" i="0" spc="-60" kern="100" dirty="0">
                <a:solidFill>
                  <a:srgbClr val="1E30F9"/>
                </a:solidFill>
                <a:latin typeface="Arial"/>
                <a:ea typeface="Arial"/>
                <a:cs typeface="Arial"/>
              </a:rPr>
              <a:t>one to one</a:t>
            </a:r>
            <a:endParaRPr lang="en-US" sz="3000"/>
          </a:p>
        </p:txBody>
      </p:sp>
      <p:sp>
        <p:nvSpPr>
          <p:cNvPr id="8" name="Centred"/>
          <p:cNvSpPr txBox="1"/>
          <p:nvPr/>
        </p:nvSpPr>
        <p:spPr>
          <a:xfrm>
            <a:off x="4762500" y="2381250"/>
            <a:ext cx="3810000" cy="85725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spc="0" kern="100" dirty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Centred lines keep their</a:t>
            </a:r>
            <a:r>
              <a:rPr lang="en-US" sz="1500" b="0" i="0" spc="-417" kern="100" dirty="0">
                <a:solidFill>
                  <a:srgbClr val="101820"/>
                </a:solidFill>
                <a:latin typeface="Arial"/>
                <a:ea typeface="Arial"/>
                <a:cs typeface="Arial"/>
              </a:rPr>
              <a:t> </a:t>
            </a:r>
            <a:br>
              <a:rPr lang="en-US" sz="1500"/>
            </a:br>
            <a:r>
              <a:rPr lang="en-US" sz="1500" b="0" i="0" spc="0" kern="100" dirty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trailing space but give it</a:t>
            </a:r>
            <a:r>
              <a:rPr lang="en-US" sz="1500" b="0" i="0" spc="-417" kern="100" dirty="0">
                <a:solidFill>
                  <a:srgbClr val="101820"/>
                </a:solidFill>
                <a:latin typeface="Arial"/>
                <a:ea typeface="Arial"/>
                <a:cs typeface="Arial"/>
              </a:rPr>
              <a:t> </a:t>
            </a:r>
            <a:br>
              <a:rPr lang="en-US" sz="1500"/>
            </a:br>
            <a:r>
              <a:rPr lang="en-US" sz="1500" b="0" i="0" spc="0" kern="100" dirty="0">
                <a:solidFill>
                  <a:srgbClr val="101820"/>
                </a:solidFill>
                <a:latin typeface="Arial"/>
                <a:ea typeface="Arial"/>
                <a:cs typeface="Arial"/>
              </a:rPr>
              <a:t>no advance</a:t>
            </a:r>
            <a:endParaRPr lang="en-US" sz="1500"/>
          </a:p>
        </p:txBody>
      </p:sp>
      <p:sp>
        <p:nvSpPr>
          <p:cNvPr id="9" name="List"/>
          <p:cNvSpPr txBox="1"/>
          <p:nvPr/>
        </p:nvSpPr>
        <p:spPr>
          <a:xfrm>
            <a:off x="4762500" y="3619500"/>
            <a:ext cx="3810000" cy="11430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 marL="171450" indent="-17145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350" b="0" i="0" spc="0" kern="100" dirty="0">
                <a:solidFill>
                  <a:srgbClr val="101820"/>
                </a:solidFill>
                <a:latin typeface="Arial"/>
                <a:ea typeface="Arial"/>
                <a:cs typeface="Arial"/>
              </a:rPr>
              <a:t>First point</a:t>
            </a:r>
            <a:endParaRPr lang="en-US" sz="1350"/>
          </a:p>
          <a:p>
            <a:pPr algn="l" marL="171450" indent="-17145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350" b="0" i="0" spc="0" kern="100" dirty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Second point</a:t>
            </a:r>
            <a:br>
              <a:rPr lang="en-US" sz="1350"/>
            </a:br>
            <a:r>
              <a:rPr lang="en-US" sz="1350" b="0" i="0" spc="0" kern="100" dirty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continues</a:t>
            </a:r>
            <a:endParaRPr lang="en-US" sz="1350"/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spc="0" kern="100" dirty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Plain line</a:t>
            </a:r>
            <a:endParaRPr lang="en-US" sz="1350"/>
          </a:p>
        </p:txBody>
      </p:sp>
      <p:pic>
        <p:nvPicPr>
          <p:cNvPr id="10" name="Phot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381000"/>
            <a:ext cx="1143000" cy="762000"/>
          </a:xfrm>
          <a:prstGeom prst="rect">
            <a:avLst/>
          </a:prstGeom>
        </p:spPr>
      </p:pic>
      <p:sp>
        <p:nvSpPr>
          <p:cNvPr id="11" name="Dot"/>
          <p:cNvSpPr/>
          <p:nvPr/>
        </p:nvSpPr>
        <p:spPr>
          <a:xfrm>
            <a:off x="8667750" y="4381500"/>
            <a:ext cx="381000" cy="381000"/>
          </a:xfrm>
          <a:custGeom>
            <a:avLst/>
            <a:gdLst/>
            <a:ahLst/>
            <a:cxnLst/>
            <a:rect l="0" t="0" r="r" b="b"/>
            <a:pathLst>
              <a:path w="381000" h="381000">
                <a:moveTo>
                  <a:pt x="0" y="190500"/>
                </a:moveTo>
                <a:cubicBezTo>
                  <a:pt x="0" y="85290"/>
                  <a:pt x="85290" y="0"/>
                  <a:pt x="190500" y="0"/>
                </a:cubicBezTo>
                <a:cubicBezTo>
                  <a:pt x="295710" y="0"/>
                  <a:pt x="381000" y="85290"/>
                  <a:pt x="381000" y="190500"/>
                </a:cubicBezTo>
                <a:cubicBezTo>
                  <a:pt x="381000" y="295710"/>
                  <a:pt x="295710" y="381000"/>
                  <a:pt x="190500" y="381000"/>
                </a:cubicBezTo>
                <a:cubicBezTo>
                  <a:pt x="85290" y="381000"/>
                  <a:pt x="0" y="295710"/>
                  <a:pt x="0" y="190500"/>
                </a:cubicBezTo>
                <a:close/>
              </a:path>
            </a:pathLst>
          </a:custGeom>
          <a:solidFill>
            <a:srgbClr val="FF6600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tails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Side label"/>
          <p:cNvSpPr txBox="1"/>
          <p:nvPr/>
        </p:nvSpPr>
        <p:spPr>
          <a:xfrm rot="16200000">
            <a:off x="-933450" y="2457450"/>
            <a:ext cx="2857500" cy="2286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spc="150" kern="100" dirty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ROTATED LABEL</a:t>
            </a:r>
            <a:endParaRPr lang="en-US" sz="1500"/>
          </a:p>
        </p:txBody>
      </p:sp>
      <p:sp>
        <p:nvSpPr>
          <p:cNvPr id="4" name="Note"/>
          <p:cNvSpPr txBox="1"/>
          <p:nvPr/>
        </p:nvSpPr>
        <p:spPr>
          <a:xfrm>
            <a:off x="4762500" y="952500"/>
            <a:ext cx="3810000" cy="2667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sng" spc="0" kern="100" dirty="0">
                <a:solidFill>
                  <a:srgbClr val="1E30F9">
                    <a:alpha val="60000"/>
                  </a:srgbClr>
                </a:solidFill>
                <a:latin typeface="Arial"/>
                <a:ea typeface="Arial"/>
                <a:cs typeface="Arial"/>
              </a:rPr>
              <a:t>Right aligned, underlined</a:t>
            </a:r>
            <a:endParaRPr lang="en-US" sz="1650"/>
          </a:p>
        </p:txBody>
      </p:sp>
      <p:sp>
        <p:nvSpPr>
          <p:cNvPr id="5" name="Bracket"/>
          <p:cNvSpPr/>
          <p:nvPr/>
        </p:nvSpPr>
        <p:spPr>
          <a:xfrm>
            <a:off x="4762500" y="1905000"/>
            <a:ext cx="1905000" cy="1143000"/>
          </a:xfrm>
          <a:custGeom>
            <a:avLst/>
            <a:gdLst/>
            <a:ahLst/>
            <a:cxnLst/>
            <a:rect l="0" t="0" r="r" b="b"/>
            <a:pathLst>
              <a:path w="1905000" h="1143000" fill="none">
                <a:moveTo>
                  <a:pt x="190500" y="0"/>
                </a:moveTo>
                <a:lnTo>
                  <a:pt x="0" y="0"/>
                </a:lnTo>
                <a:lnTo>
                  <a:pt x="0" y="1143000"/>
                </a:lnTo>
                <a:lnTo>
                  <a:pt x="190500" y="1143000"/>
                </a:lnTo>
                <a:moveTo>
                  <a:pt x="1714500" y="0"/>
                </a:moveTo>
                <a:lnTo>
                  <a:pt x="1905000" y="0"/>
                </a:lnTo>
                <a:lnTo>
                  <a:pt x="1905000" y="1143000"/>
                </a:lnTo>
                <a:lnTo>
                  <a:pt x="1714500" y="1143000"/>
                </a:lnTo>
              </a:path>
            </a:pathLst>
          </a:custGeom>
          <a:noFill/>
          <a:ln w="28575" cap="sq">
            <a:solidFill>
              <a:srgbClr val="101820"/>
            </a:solidFill>
            <a:beve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figma2pptx</Application>
  <Slides>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figma2pptx</dc:title>
</cp:coreProperties>
</file>